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geral do tempo. Manter ritmo: a demo é o coração, não passar de 4:00.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tarde. Hoje apresento o Decibéis — RPG de gerenciamento de banda de rock em Python 3.12 como projeto de POO. O jogador monta uma banda de 4 músicos e os leva numa turnê por venues crescentes até enfrentar O Empresário, o chefe final. A stack é Python puro no domínio, com interface web via pywebview — HTML, CSS e JS apenas para renderizar. Toda a lógica está em Python, o que facilita testar e demonstrar os conceitos de 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da demo: (1) Menu abre, mostrar pixel-art âmbar. (2) Nova Partida → criar banda: Riff (guitarrista), Vande (vocalista), Ramiro (baterista), Marivaldo (baixista) — cada tipo com atributos distintos. (3) Overworld: mover a van com as setas. (4) Bar do Zé → batalha: HUD com HP/energia, escolher golpe pesado → minigame de ritmo (acerto perfeito = combo = mais dano). (5) Vencer → XP e fama.</a:t>
            </a:r>
          </a:p>
          <a:p/>
          <a:p>
            <a:r>
              <a:t>Fala: 'Reparem que o frontend só renderiza o estado que o backend envia. Quando escolho o golpe, o JS chama window.pywebview.api.atacar() e aguarda o DTO JSON — toda a lógica do combate acontece em Python.'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diagrama UML (docs/uml_classes.png). 'Musico é abstrata — define HP, XP, energia, inventário, level-up. As 4 subclasses só implementam atacar(). Baixista herda de Guitarrista, não direto de Musico, porque compartilha forca e os métodos de equipamento, acrescentando só fe — evita duplicação.' Polimorfismo: musico.atacar() funciona igual para qualquer tipo; o Show não precisa saber se é guitarrista ou baterista. Mostrar também Item → Equipavel/Consumivel com usar() polimórfico.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'O projeto implementa 6 padrões GoF documentados; vou detalhar os 3 canônicos mais representativos.' Singleton: qualquer módulo que instancie GerenciadorJogo() recebe sempre o mesmo objeto — o estado central do jogo é único.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Factory Method: a factory centraliza a criação — ninguém cita Guitarrista() diretamente. Novos tipos entram via registrar() sem alterar código existente (Open/Closed). Template Method: Musico define o algoritmo completo de personagem; atacar() é o único passo variável que cada subclasse implementa.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'Python permite sobrecarregar operadores via dunders. O Inventario implementa três: __len__ (len(inv)), __contains__ ("Pedal" in inv) e __repr__ (Inventario(3/20 itens)). Isso deixa o código mais Pythônico.' Bridge: o decorator @_ponte separa a API que o JS enxerga do domínio Python; captura qualquer exceção e converte para {ok:false, erro} — o frontend nunca recebe uma exceção bruta.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'361 testes pytest, 95% de cobertura no backend — muito acima do limiar de 60% da rubrica. Cobrem músicos, inventário, itens, fábricas, combate, campanha, persistência e integração.' Dois harnesses JS têm falhas pré-existentes (derrota no harness de batalha; void 0 no de ritmo) — documentadas no relatório; afetam só o ambiente de testes, não o jogo.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'Para rodar do zero, basta criar a venv, ativar, instalar as dependências e rodar python bridge/app.py. Pré-requisito: Python 3.12+ e WebView2 Runtime, já presente no Windows 10/11 atualizado. Para distribuição sem Python, há instrução de empacotamento via PyInstaller em docs/empacotamento.md.'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'O projeto demonstra os conceitos centrais de POO num jogo jogável de ponta a ponta: 2 hierarquias de herança com polimorfismo, 6 padrões GoF, 4 sobrecargas de operadores, 95% de cobertura com 361 testes. A maior decisão arquitetural foi manter o backend autoritativo — todo estado em Python, frontend só renderiza — o que tornou possível testar 95% do código sem browser. Perguntas?'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apoio para o Q&amp;A — não precisa exibir; usar se a pergunta surgir.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B8860B"/>
                </a:solidFill>
              </a:rPr>
              <a:t>Decibéis</a:t>
            </a:r>
          </a:p>
          <a:p>
            <a:pPr algn="ctr"/>
            <a:r>
              <a:rPr sz="2400">
                <a:solidFill>
                  <a:srgbClr val="222222"/>
                </a:solidFill>
              </a:rPr>
              <a:t>A turnê contra O Empresário — RPG de gerenciamento de banda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</a:rPr>
              <a:t>Programação Orientada a Objetos · UTFPR · 2026</a:t>
            </a:r>
          </a:p>
          <a:p>
            <a:pPr algn="ctr"/>
            <a:r>
              <a:rPr sz="1600">
                <a:solidFill>
                  <a:srgbClr val="555555"/>
                </a:solidFill>
              </a:rPr>
              <a:t>Python 3.12 + pywebview · Entrega 26/06/2026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Cronograma — 15 minutos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0:00–1:30  Introdução — projeto, tema, stack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1:30–4:00  Demo ao vivo — menu → banda → overworld → batalha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4:00–7:00  POO: herança e polimorfismo (UML + Musico)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7:00–9:30  POO: padrões de projeto (Singleton, Factory, Template)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9:30–11:00  POO: operadores (dunders) e Bridge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11:00–12:30  Qualidade e testes — 361 testes, 95% cobertura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12:30–13:30  Empacotamento e execução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13:30–15:00  Conclusão + perguntas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1 · 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11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555555"/>
                </a:solidFill>
              </a:rPr>
              <a:t>0:00 – 1:30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RPG de gerenciamento de banda de rock em Python 3.12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Monta-se uma banda de 4 músicos e a leva em turnê até O Empresário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Arquitetura em 3 camadas: backend / bridge / frontend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Python puro no domínio; HTML/CSS/JS só renderizam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Toda a lógica em Python → fácil de testar e demonstrar 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2 · Demo ao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11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555555"/>
                </a:solidFill>
              </a:rPr>
              <a:t>1:30 – 4:00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[python bridge/app.py — execução ao vivo]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Menu pixel-art âmbar → Nova Partida → criar os 4 músicos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Cada tipo tem atributos iniciais diferentes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Overworld: mover a van (van pixel-art, skyline parallax)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Bar do Zé → batalha: HUD HP/energia, golpe pesado → minigame de ritmo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Acerto perfeito = combo = dano maior; vencer → XP e fama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3 · Herança e Polimorfismo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11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555555"/>
                </a:solidFill>
              </a:rPr>
              <a:t>4:00 – 7:00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Musico é abstrata: HP, XP, energia, inventário, level-up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As 4 subclasses só implementam atacar()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Baixista herda de Guitarrista (não direto de Musico)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compartilha forca + equipamento; adiciona só fe → evita duplicação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Item → Equipavel / Consumivel com usar() polimórfico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10972800" cy="2029967"/>
          </a:xfrm>
          <a:prstGeom prst="rect">
            <a:avLst/>
          </a:prstGeom>
          <a:solidFill>
            <a:srgbClr val="F5F1E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500">
                <a:solidFill>
                  <a:srgbClr val="5A4406"/>
                </a:solidFill>
                <a:latin typeface="Consolas"/>
              </a:rPr>
              <a:t>class Musico(ABC):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@abstractmethod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def atacar(self) -&gt; int: ...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dano = musico.atacar()   # Guitarrista / Vocalista / ...  (polimorfismo)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4 · Padrões de Projeto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11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555555"/>
                </a:solidFill>
              </a:rPr>
              <a:t>7:00 – 9:30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6 padrões GoF documentados; 3 canônicos em detalhe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Singleton — estado central único do jogo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10972800" cy="2322576"/>
          </a:xfrm>
          <a:prstGeom prst="rect">
            <a:avLst/>
          </a:prstGeom>
          <a:solidFill>
            <a:srgbClr val="F5F1E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500">
                <a:solidFill>
                  <a:srgbClr val="5A4406"/>
                </a:solidFill>
                <a:latin typeface="Consolas"/>
              </a:rPr>
              <a:t>class GerenciadorJogo: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_instancia = None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def __new__(cls):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    if cls._instancia is None: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        cls._instancia = super().__new__(cls)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    return cls._instancia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4 · Padrões de Projeto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11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555555"/>
                </a:solidFill>
              </a:rPr>
              <a:t>7:00 – 9:30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Factory Method — criação centralizada por tipo-string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registrar() adiciona tipos sem alterar código (Open/Closed)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Template Method — Musico define o algoritmo; atacar() é o passo variável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10972800" cy="2907791"/>
          </a:xfrm>
          <a:prstGeom prst="rect">
            <a:avLst/>
          </a:prstGeom>
          <a:solidFill>
            <a:srgbClr val="F5F1E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500">
                <a:solidFill>
                  <a:srgbClr val="5A4406"/>
                </a:solidFill>
                <a:latin typeface="Consolas"/>
              </a:rPr>
              <a:t>class MusicoFactory: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_tipos = {'guitarrista': Guitarrista, 'vocalista': Vocalista, ...}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@classmethod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def criar(cls, tipo, **kw) -&gt; Musico: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    return cls._tipos[tipo](**kw)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@classmethod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def registrar(cls, chave, classe):   # Open/Closed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    cls._tipos[chave] = classe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5 · Operadores (dunders) 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11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555555"/>
                </a:solidFill>
              </a:rPr>
              <a:t>9:30 – 11:00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Inventario sobrecarrega 3 operadores Pythônicos: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__len__ → len(inv)   ·   __contains__ → 'item' in inv   ·   __repr__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Bridge — decorator @_ponte separa API JS do domínio Python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captura exceções e devolve {ok: false, erro}; JS nunca vê exceção bruta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10972800" cy="1152144"/>
          </a:xfrm>
          <a:prstGeom prst="rect">
            <a:avLst/>
          </a:prstGeom>
          <a:solidFill>
            <a:srgbClr val="F5F1E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500">
                <a:solidFill>
                  <a:srgbClr val="5A4406"/>
                </a:solidFill>
                <a:latin typeface="Consolas"/>
              </a:rPr>
              <a:t>def __contains__(self, nome_item: str) -&gt; bool: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    return self._buscar(nome_item) is not None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6 · Qualidade e Testes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11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555555"/>
                </a:solidFill>
              </a:rPr>
              <a:t>11:00 – 12:30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361 testes pytest · 95% de cobertura no backend (limiar da rubrica: 60%)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Cobrem: músicos, inventário, itens, fábricas, combate, campanha, persistência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2 harnesses JS com falhas pré-existentes — documentadas honestamente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só afetam o ambiente de teste, não o jogo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10972800" cy="859536"/>
          </a:xfrm>
          <a:prstGeom prst="rect">
            <a:avLst/>
          </a:prstGeom>
          <a:solidFill>
            <a:srgbClr val="F5F1E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500">
                <a:solidFill>
                  <a:srgbClr val="5A4406"/>
                </a:solidFill>
                <a:latin typeface="Consolas"/>
              </a:rPr>
              <a:t>pytest --cov=backend --cov-report=term-missing -q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7 · Empacotamento e Execução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11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555555"/>
                </a:solidFill>
              </a:rPr>
              <a:t>12:30 – 13:30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Rodar do zero em 4 comandos (caminho garantido):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Pré-requisito: Python 3.12+ e WebView2 Runtime (já no Win 10/11)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.exe via PyInstaller é bônus best-effort → docs/empacotamento.md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10972800" cy="1737360"/>
          </a:xfrm>
          <a:prstGeom prst="rect">
            <a:avLst/>
          </a:prstGeom>
          <a:solidFill>
            <a:srgbClr val="F5F1E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500">
                <a:solidFill>
                  <a:srgbClr val="5A4406"/>
                </a:solidFill>
                <a:latin typeface="Consolas"/>
              </a:rPr>
              <a:t>python -m venv .venv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.venv\Scripts\activate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pip install -r requirements.txt</a:t>
            </a:r>
          </a:p>
          <a:p>
            <a:r>
              <a:rPr sz="1500">
                <a:solidFill>
                  <a:srgbClr val="5A4406"/>
                </a:solidFill>
                <a:latin typeface="Consolas"/>
              </a:rPr>
              <a:t>python bridge/app.py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8 · 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11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555555"/>
                </a:solidFill>
              </a:rPr>
              <a:t>13:30 – 15:00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POO demonstrada num jogo jogável de ponta a ponta: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2 hierarquias de herança reais com polimorfismo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6 padrões GoF implementados e documentados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4 sobrecargas de operadores Pythônicos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–  95% de cobertura com 361 testes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Decisão-chave: backend autoritativo → 95% testável sem browser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Perguntas?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8860B"/>
                </a:solidFill>
              </a:rPr>
              <a:t>Perguntas preparadas (apoio)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279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Por que Python e não C++? → disciplina aceita Python; requisitos C++ mapeiam para ABC, dunder, módulos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Por que Baixista herda de Guitarrista? → compartilham forca e equipamento; herança para reúso real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O que é @_ponte? → Bridge GoF: captura exceções e retorna DTOs JSON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Como garantiu que os padrões são reais? → grep confirmou cada símbolo de evidência; documentado no relatório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</a:rPr>
              <a:t>•  Por que pywebview? → UI rica sem framework de jogo externo, POO puro em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